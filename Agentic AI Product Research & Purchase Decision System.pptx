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90" r:id="rId4"/>
    <p:sldId id="260" r:id="rId5"/>
    <p:sldId id="287" r:id="rId6"/>
    <p:sldId id="307" r:id="rId7"/>
    <p:sldId id="315" r:id="rId8"/>
    <p:sldId id="311" r:id="rId9"/>
    <p:sldId id="310" r:id="rId10"/>
    <p:sldId id="296" r:id="rId11"/>
    <p:sldId id="314" r:id="rId12"/>
    <p:sldId id="301" r:id="rId13"/>
    <p:sldId id="277" r:id="rId14"/>
    <p:sldId id="278" r:id="rId15"/>
    <p:sldId id="259" r:id="rId16"/>
  </p:sldIdLst>
  <p:sldSz cx="12192000" cy="6858000"/>
  <p:notesSz cx="6858000" cy="9144000"/>
  <p:embeddedFontLst>
    <p:embeddedFont>
      <p:font typeface="Libre Baskerville" panose="02000000000000000000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EBC8DE-2F06-5C12-EB24-6257663D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649B495-318C-6EA6-39DC-D3299A5E0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C600B18-A6BB-C08E-A738-E5352D45B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4239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67880E-3CD8-9F89-0433-0F436CA3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70CB7FA-28DB-A218-FC9F-15D9321F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FB3E8A-065B-3AC3-DFF9-440EAD53A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4599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E25A57D-AA3B-6132-DF87-33DF052B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AFCBF69-7F3B-6EE9-5D6B-A87D0C7C3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07BB218-DC2A-D8AF-7EDB-025F485E8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0318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71D43B8-E515-000F-A7AF-2D0F1FF9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0D83074-4C53-E064-D542-378CB1023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EA60943-AF84-753D-FFB8-6663F6A31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58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7CCCF0A-CC47-9705-24D3-31E88CAF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E770AFF-D06F-0E4B-3A44-60895DB9C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CE399D6-801A-F305-8BB6-79C79C80D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868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78F4469-4C56-86C9-FDA1-F2D0E106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FA61657-4EF6-9647-432F-E8CB5CFD0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9C1CDE5-BAA0-9F35-B979-FDEA64E00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1981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6F78D9-4C96-C5A9-36EF-6C84307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EAA464B-042E-34B3-FBB8-583B48D2A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5F32535-E816-25DF-66A4-4CC44260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9108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297012B-CB47-4958-624F-B081DDC2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9784C63-BFC1-2DA8-DF28-268FAE867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113F8B-4C2F-8F0D-D4AA-BB11B2AB1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7421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bollapalli-vijaya-lakshm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Vijayalakshmibollapall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62287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504336" y="3717986"/>
            <a:ext cx="912433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AI Product Research &amp; Purchase Decision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78F7C-5025-5C63-317E-C9A4D02A51DB}"/>
              </a:ext>
            </a:extLst>
          </p:cNvPr>
          <p:cNvSpPr txBox="1"/>
          <p:nvPr/>
        </p:nvSpPr>
        <p:spPr>
          <a:xfrm>
            <a:off x="8694593" y="5291459"/>
            <a:ext cx="2470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42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Vijaya 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7230" y="-702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US" sz="4000" b="1" i="1" u="sng" dirty="0">
                <a:solidFill>
                  <a:srgbClr val="FF0000"/>
                </a:solidFill>
              </a:rPr>
              <a:t>About Me</a:t>
            </a:r>
            <a:endParaRPr sz="40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38200" y="971556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dirty="0"/>
              <a:t>I am a </a:t>
            </a:r>
            <a:r>
              <a:rPr lang="en-IN" sz="2000" b="1" dirty="0"/>
              <a:t>postgraduate in Data Science</a:t>
            </a:r>
            <a:r>
              <a:rPr lang="en-IN" sz="2000" dirty="0"/>
              <a:t> from </a:t>
            </a:r>
            <a:r>
              <a:rPr lang="en-IN" sz="2000" b="1" dirty="0" err="1"/>
              <a:t>Bankatlal</a:t>
            </a:r>
            <a:r>
              <a:rPr lang="en-IN" sz="2000" b="1" dirty="0"/>
              <a:t> </a:t>
            </a:r>
            <a:r>
              <a:rPr lang="en-IN" sz="2000" b="1" dirty="0" err="1"/>
              <a:t>Badruka</a:t>
            </a:r>
            <a:r>
              <a:rPr lang="en-IN" sz="2000" b="1" dirty="0"/>
              <a:t> College for Information Technology</a:t>
            </a:r>
            <a:r>
              <a:rPr lang="en-IN" sz="2000" dirty="0"/>
              <a:t>, with a strong interest in </a:t>
            </a:r>
            <a:r>
              <a:rPr lang="en-IN" sz="2000" b="1" dirty="0"/>
              <a:t>Data Science, Machine Learning, Artificial Intelligence, and Generative AI</a:t>
            </a:r>
            <a:r>
              <a:rPr lang="en-IN" sz="2000" dirty="0"/>
              <a:t>.</a:t>
            </a:r>
          </a:p>
          <a:p>
            <a:r>
              <a:rPr lang="en-IN" sz="2000" dirty="0"/>
              <a:t>I have hands-on experience with </a:t>
            </a:r>
            <a:r>
              <a:rPr lang="en-IN" sz="2000" b="1" dirty="0"/>
              <a:t>Python, SQL, Power BI, Machine Learning, Deep Learning, NLP, LLMs, RAG, </a:t>
            </a:r>
            <a:r>
              <a:rPr lang="en-IN" sz="2000" b="1" dirty="0" err="1"/>
              <a:t>LangChain</a:t>
            </a:r>
            <a:r>
              <a:rPr lang="en-IN" sz="2000" b="1" dirty="0"/>
              <a:t>, </a:t>
            </a:r>
            <a:r>
              <a:rPr lang="en-IN" sz="2000" b="1" dirty="0" err="1"/>
              <a:t>LangGraph</a:t>
            </a:r>
            <a:r>
              <a:rPr lang="en-IN" sz="2000" b="1" dirty="0"/>
              <a:t>, Agentic AI, MCP, and Prompt Engineering</a:t>
            </a:r>
            <a:r>
              <a:rPr lang="en-IN" sz="2000" dirty="0"/>
              <a:t>, along with data analysis and visualization.</a:t>
            </a:r>
          </a:p>
          <a:p>
            <a:r>
              <a:rPr lang="en-IN" sz="2000" dirty="0"/>
              <a:t>I enjoy building </a:t>
            </a:r>
            <a:r>
              <a:rPr lang="en-IN" sz="2000" b="1" dirty="0"/>
              <a:t>AI-powered and data-driven solutions</a:t>
            </a:r>
            <a:r>
              <a:rPr lang="en-IN" sz="2000" dirty="0"/>
              <a:t> using modern technologies to solve </a:t>
            </a:r>
            <a:r>
              <a:rPr lang="en-IN" sz="2000" b="1" dirty="0"/>
              <a:t>real-world business problems</a:t>
            </a:r>
            <a:r>
              <a:rPr lang="en-IN" sz="2000" dirty="0"/>
              <a:t>, automate tasks, and generate meaningful insights.</a:t>
            </a:r>
            <a:endParaRPr lang="en-US" sz="20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b="1" dirty="0"/>
              <a:t>LinkedIn: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www.linkedin.com/in/bollapalli-vijaya-lakshmi</a:t>
            </a:r>
            <a:endParaRPr lang="en-US" sz="2000" dirty="0"/>
          </a:p>
          <a:p>
            <a:pPr marL="114300" indent="0" algn="just">
              <a:buNone/>
            </a:pPr>
            <a:endParaRPr lang="en-US" sz="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b="1" dirty="0"/>
              <a:t>GitHub: </a:t>
            </a:r>
            <a:r>
              <a:rPr lang="en-IN" sz="2000" dirty="0" err="1">
                <a:hlinkClick r:id="rId4"/>
              </a:rPr>
              <a:t>Vijayalakshmibollapalli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87F7822-19A0-D583-3D65-3BD872A5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47C3651-263C-AA71-3CA6-C2F997428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251" y="371554"/>
            <a:ext cx="10515600" cy="9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i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9E77C24-CA39-3909-23EE-05B45C02F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0149" y="1219197"/>
            <a:ext cx="5181600" cy="460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Business 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Objective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System Workflow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Technology Stack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Model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Benefits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Challenges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1660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7D4628A-B3C8-48A0-EC14-EEAE5A55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F32FB12-DC9B-078A-2D00-6C092D754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06" y="376990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36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5DB0F24-8BE8-9A58-7DFB-580798848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1219" y="1046970"/>
            <a:ext cx="10515600" cy="499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/>
              <a:t>Online shoppers often need to check multiple websites before purchasing a product. </a:t>
            </a:r>
          </a:p>
          <a:p>
            <a:pPr marL="114300" lvl="0" indent="0" algn="just">
              <a:buNone/>
            </a:pPr>
            <a:endParaRPr lang="en-IN" sz="100" dirty="0"/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/>
              <a:t>Product specifications, prices, reviews and alternatives are available across different sources. </a:t>
            </a:r>
          </a:p>
          <a:p>
            <a:pPr marL="114300" lvl="0" indent="0" algn="just">
              <a:buNone/>
            </a:pPr>
            <a:endParaRPr lang="en-IN" sz="100" dirty="0"/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/>
              <a:t>Manually collecting and comparing this information is time-consuming. </a:t>
            </a:r>
          </a:p>
          <a:p>
            <a:pPr marL="114300" lvl="0" indent="0" algn="just">
              <a:buNone/>
            </a:pPr>
            <a:endParaRPr lang="en-IN" sz="100" dirty="0"/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/>
              <a:t>This project uses </a:t>
            </a:r>
            <a:r>
              <a:rPr lang="en-IN" sz="2000" b="1" dirty="0"/>
              <a:t>Generative AI, </a:t>
            </a:r>
            <a:r>
              <a:rPr lang="en-IN" sz="2000" b="1" dirty="0" err="1"/>
              <a:t>LangGraph</a:t>
            </a:r>
            <a:r>
              <a:rPr lang="en-IN" sz="2000" b="1" dirty="0"/>
              <a:t> and MCP</a:t>
            </a:r>
            <a:r>
              <a:rPr lang="en-IN" sz="2000" dirty="0"/>
              <a:t> to automate the research process. </a:t>
            </a:r>
          </a:p>
          <a:p>
            <a:pPr marL="114300" lvl="0" indent="0" algn="just">
              <a:buNone/>
            </a:pPr>
            <a:endParaRPr lang="en-IN" sz="100" dirty="0"/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/>
              <a:t>The system accepts a natural-language shopping request and generates a structured purchase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67503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B9285A-0F35-DCB0-E1AD-C9BA7DA8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4D5FDAD-3B92-DE50-844A-CA7A921CF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635" y="308087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sz="36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349F490-39C4-6090-8CFD-CE2C1C7BA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5251" y="1072731"/>
            <a:ext cx="10934968" cy="547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Difficult to compare multiple products manually. </a:t>
            </a:r>
          </a:p>
          <a:p>
            <a:pPr marL="114300" lvl="0" indent="0">
              <a:buNone/>
            </a:pPr>
            <a:endParaRPr lang="en-IN" sz="1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Product information is distributed across different sources. </a:t>
            </a:r>
          </a:p>
          <a:p>
            <a:pPr marL="114300" lvl="0" indent="0">
              <a:buNone/>
            </a:pPr>
            <a:endParaRPr lang="en-IN" sz="1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Prices and availability can change frequently. </a:t>
            </a:r>
          </a:p>
          <a:p>
            <a:pPr marL="114300" lvl="0" indent="0">
              <a:buNone/>
            </a:pPr>
            <a:endParaRPr lang="en-IN" sz="1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Reviews and product specifications require separate searches. </a:t>
            </a:r>
          </a:p>
          <a:p>
            <a:pPr marL="114300" lvl="0" indent="0">
              <a:buNone/>
            </a:pPr>
            <a:endParaRPr lang="en-IN" sz="1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Users may spend significant time researching before making a purchase. </a:t>
            </a:r>
          </a:p>
        </p:txBody>
      </p:sp>
    </p:spTree>
    <p:extLst>
      <p:ext uri="{BB962C8B-B14F-4D97-AF65-F5344CB8AC3E}">
        <p14:creationId xmlns:p14="http://schemas.microsoft.com/office/powerpoint/2010/main" val="27624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D764-F05E-500A-4BF2-AD294DFC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133"/>
            <a:ext cx="10515600" cy="789907"/>
          </a:xfrm>
        </p:spPr>
        <p:txBody>
          <a:bodyPr>
            <a:norm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93475-C4F5-25FC-500A-BED45668E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5032"/>
            <a:ext cx="10515600" cy="4701089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develop an AI-powered shopping research and purchase decision system.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understand shopping requests written in natural language.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extract product type, budget, purpose, preferences, and important requirements.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search for relevant products and specifications using MCP-based research tools.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collect price information, product reviews, and comparison data.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To generate structured recommendations with relevant details, pros, cons, and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9258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FAA50B-1D0D-3DAB-EE05-A23C73A91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0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82E35-F806-817F-9C42-23D310FFE760}"/>
              </a:ext>
            </a:extLst>
          </p:cNvPr>
          <p:cNvSpPr txBox="1"/>
          <p:nvPr/>
        </p:nvSpPr>
        <p:spPr>
          <a:xfrm>
            <a:off x="4237702" y="275303"/>
            <a:ext cx="3206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2CD14-3D40-5047-1547-8ED52FAD6B0B}"/>
              </a:ext>
            </a:extLst>
          </p:cNvPr>
          <p:cNvSpPr txBox="1"/>
          <p:nvPr/>
        </p:nvSpPr>
        <p:spPr>
          <a:xfrm>
            <a:off x="713217" y="1044705"/>
            <a:ext cx="10672538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user enters a natural-language shopping request through 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validates the request and sends it to 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Requirements Node extracts product type, budget, purpose, preferences, and other requirements.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Research Node calls MCP tools to collect product specifications, prices, reviews, and comparison information.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research tools use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Tavily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retrieve relevant web search results.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Recommendation Node sends the collected information to 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Groq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language model.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LLM generates a structured recommendation based on the available evidence.</a:t>
            </a:r>
          </a:p>
          <a:p>
            <a:pPr lvl="0" algn="just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result is returned to 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 and displayed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74976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8CF219D-7BC4-AEBD-B204-D9098ACB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E4989D9-A517-F162-1445-52E88F994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81" y="107120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</a:rPr>
              <a:t>Technology Stack</a:t>
            </a:r>
            <a:endParaRPr sz="3600" b="1" i="1" u="sng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12E15-EE51-68F1-D5A9-9BADF987DC79}"/>
              </a:ext>
            </a:extLst>
          </p:cNvPr>
          <p:cNvSpPr txBox="1"/>
          <p:nvPr/>
        </p:nvSpPr>
        <p:spPr>
          <a:xfrm>
            <a:off x="737419" y="1149173"/>
            <a:ext cx="10766323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- Used for developing the agent workflow, MCP server, and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Used to create the shopping request interface and display results.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Used to handle the web interface.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Model: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Groq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- Used for requirements analysis and recommendation generation.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Workflow Framework: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Used to manage the sequential workflow and shared state.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 Framework: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FastMCP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Used to expose product research tools through a remote MCP server.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 Client: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LangChain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MCP Adapters - Used to connect 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 to the MCP tools.</a:t>
            </a:r>
          </a:p>
          <a:p>
            <a:pPr lvl="0"/>
            <a:endParaRPr lang="en-IN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Search: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Tavily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Used to retrieve product, price, review, and comparison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3888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F2B8E4-3966-96FD-516F-1CA7617B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F64503-3DBD-3201-0380-9DE67DCAD2C5}"/>
              </a:ext>
            </a:extLst>
          </p:cNvPr>
          <p:cNvSpPr txBox="1"/>
          <p:nvPr/>
        </p:nvSpPr>
        <p:spPr>
          <a:xfrm>
            <a:off x="549489" y="564531"/>
            <a:ext cx="1109302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deployment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simple UI where users can input data and get predictions.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B65BF-BD36-E50C-D4C2-3F60A7D88B4C}"/>
              </a:ext>
            </a:extLst>
          </p:cNvPr>
          <p:cNvSpPr txBox="1"/>
          <p:nvPr/>
        </p:nvSpPr>
        <p:spPr>
          <a:xfrm>
            <a:off x="3676035" y="-235499"/>
            <a:ext cx="4296697" cy="47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lnSpc>
                <a:spcPct val="150000"/>
              </a:lnSpc>
              <a:buClr>
                <a:schemeClr val="dk1"/>
              </a:buClr>
              <a:buSzPts val="1100"/>
              <a:buNone/>
              <a:defRPr sz="2400" b="1">
                <a:solidFill>
                  <a:schemeClr val="dk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algn="ctr"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r>
              <a:rPr lang="en-IN" sz="3200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</a:t>
            </a:r>
          </a:p>
        </p:txBody>
      </p:sp>
      <p:pic>
        <p:nvPicPr>
          <p:cNvPr id="2" name="AI Shopping Intelligence">
            <a:hlinkClick r:id="" action="ppaction://media"/>
            <a:extLst>
              <a:ext uri="{FF2B5EF4-FFF2-40B4-BE49-F238E27FC236}">
                <a16:creationId xmlns:a16="http://schemas.microsoft.com/office/drawing/2014/main" id="{7543AF07-D5D6-DE55-6ED9-ED63157849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564530"/>
            <a:ext cx="12192000" cy="629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2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5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DD83-0168-762B-06EF-83172895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rm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</a:rPr>
              <a:t>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D9CBF-FB5C-D52F-01C9-EDEC8D8B2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537" y="1283368"/>
            <a:ext cx="10515600" cy="435133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Reduces the manual effort required for product research.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Automates the collection of product specifications, prices, reviews, and comparisons.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Supports structured comparison of products and alternatives.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Provides a consistent recommendation format with relevant details, pros, and cons.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Uses evidence-aware prompting to reduce unsupported product claims.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Provides a simple </a:t>
            </a:r>
            <a:r>
              <a:rPr lang="en-IN" sz="2000" dirty="0" err="1"/>
              <a:t>FastAPI</a:t>
            </a:r>
            <a:r>
              <a:rPr lang="en-IN" sz="2000" dirty="0"/>
              <a:t> interface for interacting with the AI shopping assistant.</a:t>
            </a:r>
          </a:p>
        </p:txBody>
      </p:sp>
    </p:spTree>
    <p:extLst>
      <p:ext uri="{BB962C8B-B14F-4D97-AF65-F5344CB8AC3E}">
        <p14:creationId xmlns:p14="http://schemas.microsoft.com/office/powerpoint/2010/main" val="4270998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640087-62CA-A676-96A0-1329CA81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026D4B-4A3A-E44D-013A-C4AC6BB869D3}"/>
              </a:ext>
            </a:extLst>
          </p:cNvPr>
          <p:cNvSpPr txBox="1"/>
          <p:nvPr/>
        </p:nvSpPr>
        <p:spPr>
          <a:xfrm>
            <a:off x="1892968" y="337281"/>
            <a:ext cx="824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5897FD-7099-4BC6-E252-0C61589BE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62444"/>
              </p:ext>
            </p:extLst>
          </p:nvPr>
        </p:nvGraphicFramePr>
        <p:xfrm>
          <a:off x="621891" y="1220239"/>
          <a:ext cx="9536430" cy="32475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78630">
                  <a:extLst>
                    <a:ext uri="{9D8B030D-6E8A-4147-A177-3AD203B41FA5}">
                      <a16:colId xmlns:a16="http://schemas.microsoft.com/office/drawing/2014/main" val="2294311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3393665"/>
                    </a:ext>
                  </a:extLst>
                </a:gridCol>
              </a:tblGrid>
              <a:tr h="4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88804"/>
                  </a:ext>
                </a:extLst>
              </a:tr>
              <a:tr h="824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Understanding user shopping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LangGraph + Groq extracts budget, purpose and product requirements.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070544"/>
                  </a:ext>
                </a:extLst>
              </a:tr>
              <a:tr h="4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Collecting product, price and review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FastMCP</a:t>
                      </a:r>
                      <a:r>
                        <a:rPr lang="en-IN" dirty="0"/>
                        <a:t> provides separate research tools.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897492"/>
                  </a:ext>
                </a:extLst>
              </a:tr>
              <a:tr h="4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 sequential 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asyncio.gather() performs MCP searches in parallel.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2309"/>
                  </a:ext>
                </a:extLst>
              </a:tr>
              <a:tr h="4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Preventing unsupported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Evidence-based prompting and verification rules.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21569"/>
                  </a:ext>
                </a:extLst>
              </a:tr>
              <a:tr h="4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Managing retrieved information and user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Content trimming + </a:t>
                      </a:r>
                      <a:r>
                        <a:rPr lang="en-IN" dirty="0" err="1"/>
                        <a:t>FastAPI</a:t>
                      </a:r>
                      <a:r>
                        <a:rPr lang="en-IN" dirty="0"/>
                        <a:t>/HTML interface.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6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30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1A3C693-77E9-F8D3-4EDD-67BF540E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A0187A5-54EA-8E1E-A35A-08AB294EE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1164" y="95189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Integrate structured product databases and retailer APIs for more reliable product information.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Add real-time price tracking and price-drop notifications.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Add stronger source citation and evidence verification for each recommendation.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Introduce personalized recommendations based on user preferences and purchase history.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Add support for image-based product search and visual comparison.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Deploy the system on cloud infrastructure for scalable usage.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CB26C-DA1F-2C5B-21B3-35E2B5429BA3}"/>
              </a:ext>
            </a:extLst>
          </p:cNvPr>
          <p:cNvSpPr txBox="1"/>
          <p:nvPr/>
        </p:nvSpPr>
        <p:spPr>
          <a:xfrm>
            <a:off x="1379619" y="197407"/>
            <a:ext cx="9304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4098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04909-B8CA-7435-C9BD-67FCF353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0E42E8F-F1BB-E666-516A-3A504BC11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6245" y="1022016"/>
            <a:ext cx="10844981" cy="480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The project provides an AI-powered approach to product research and purchase decision support.</a:t>
            </a:r>
            <a:endParaRPr lang="en-IN" sz="500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It combines </a:t>
            </a:r>
            <a:r>
              <a:rPr lang="en-IN" sz="2000" dirty="0" err="1"/>
              <a:t>LangGraph</a:t>
            </a:r>
            <a:r>
              <a:rPr lang="en-IN" sz="2000" dirty="0"/>
              <a:t> workflow orchestration with MCP-based research tools.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The system extracts user requirements and collects product, price, review, and comparison information.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 err="1"/>
              <a:t>FastAPI</a:t>
            </a:r>
            <a:r>
              <a:rPr lang="en-IN" sz="2000" dirty="0"/>
              <a:t> provides a simple interface for users to submit shopping requests and view results.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Evidence-aware prompting helps the system handle missing and unsupported information.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/>
              <a:t>The project demonstrates the integration of LLMs, tool calling, workflow orchestration, and web </a:t>
            </a:r>
            <a:r>
              <a:rPr lang="en-IN" sz="2000"/>
              <a:t>research.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587C3-DC39-00AA-5C53-C5335E07A8D9}"/>
              </a:ext>
            </a:extLst>
          </p:cNvPr>
          <p:cNvSpPr txBox="1"/>
          <p:nvPr/>
        </p:nvSpPr>
        <p:spPr>
          <a:xfrm>
            <a:off x="2635044" y="3756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6839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659559"/>
            <a:ext cx="462525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4382</TotalTime>
  <Words>882</Words>
  <Application>Microsoft Office PowerPoint</Application>
  <PresentationFormat>Widescreen</PresentationFormat>
  <Paragraphs>117</Paragraphs>
  <Slides>15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Libre Baskerville</vt:lpstr>
      <vt:lpstr>Arial</vt:lpstr>
      <vt:lpstr>Calibri</vt:lpstr>
      <vt:lpstr>Wingdings</vt:lpstr>
      <vt:lpstr>Office Theme</vt:lpstr>
      <vt:lpstr>PowerPoint Presentation</vt:lpstr>
      <vt:lpstr>About Me</vt:lpstr>
      <vt:lpstr>Agenda</vt:lpstr>
      <vt:lpstr>Introduction</vt:lpstr>
      <vt:lpstr>Business Problem</vt:lpstr>
      <vt:lpstr>Objective</vt:lpstr>
      <vt:lpstr>PowerPoint Presentation</vt:lpstr>
      <vt:lpstr>PowerPoint Presentation</vt:lpstr>
      <vt:lpstr>Technology Stack</vt:lpstr>
      <vt:lpstr>PowerPoint Presentation</vt:lpstr>
      <vt:lpstr>Benefits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VIJAYA LAKSHMI BOLLAPALLI</cp:lastModifiedBy>
  <cp:revision>111</cp:revision>
  <dcterms:created xsi:type="dcterms:W3CDTF">2021-02-16T05:19:01Z</dcterms:created>
  <dcterms:modified xsi:type="dcterms:W3CDTF">2026-09-19T04:52:17Z</dcterms:modified>
</cp:coreProperties>
</file>